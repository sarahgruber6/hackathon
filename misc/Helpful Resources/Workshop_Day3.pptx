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147377676" r:id="rId5"/>
    <p:sldId id="2147377616" r:id="rId6"/>
    <p:sldId id="2147377643" r:id="rId7"/>
    <p:sldId id="2147377668" r:id="rId8"/>
    <p:sldId id="2147377669" r:id="rId9"/>
    <p:sldId id="2147377670" r:id="rId10"/>
    <p:sldId id="2147377656" r:id="rId11"/>
  </p:sldIdLst>
  <p:sldSz cx="14630400" cy="82296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Noto Sans" panose="020B05020405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5">
          <p15:clr>
            <a:srgbClr val="A4A3A4"/>
          </p15:clr>
        </p15:guide>
        <p15:guide id="2" orient="horz" pos="3450">
          <p15:clr>
            <a:srgbClr val="A4A3A4"/>
          </p15:clr>
        </p15:guide>
        <p15:guide id="3" orient="horz" pos="1006">
          <p15:clr>
            <a:srgbClr val="A4A3A4"/>
          </p15:clr>
        </p15:guide>
        <p15:guide id="4" orient="horz" pos="1640">
          <p15:clr>
            <a:srgbClr val="A4A3A4"/>
          </p15:clr>
        </p15:guide>
        <p15:guide id="5" pos="4608">
          <p15:clr>
            <a:srgbClr val="A4A3A4"/>
          </p15:clr>
        </p15:guide>
        <p15:guide id="6" pos="317">
          <p15:clr>
            <a:srgbClr val="A4A3A4"/>
          </p15:clr>
        </p15:guide>
        <p15:guide id="7" pos="88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3C"/>
    <a:srgbClr val="003325"/>
    <a:srgbClr val="7BCF8B"/>
    <a:srgbClr val="E25B39"/>
    <a:srgbClr val="7CCF8B"/>
    <a:srgbClr val="E35B39"/>
    <a:srgbClr val="1B2552"/>
    <a:srgbClr val="004B8D"/>
    <a:srgbClr val="000000"/>
    <a:srgbClr val="1B2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2C218-5420-DFD6-06F8-2309381BCFCF}" v="198" dt="2026-06-24T20:54:09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65"/>
        <p:guide orient="horz" pos="3450"/>
        <p:guide orient="horz" pos="1006"/>
        <p:guide orient="horz" pos="1640"/>
        <p:guide pos="4608"/>
        <p:guide pos="317"/>
        <p:guide pos="889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0579D-5412-4EB9-B8AE-311FD3997FBC}" type="datetimeFigureOut">
              <a:rPr lang="en-US" smtClean="0">
                <a:latin typeface="Arial" panose="020B0604020202020204" pitchFamily="34" charset="0"/>
              </a:rPr>
              <a:t>6/24/2026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5AC85-F1B1-4669-8DB4-7B0070B084B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776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EA5B416-5F0F-4485-8D14-92CEBB19703D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06B116C-1CAD-49E2-B44E-AB4A995DEB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5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3152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46304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219456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92608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65760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5254" y="0"/>
            <a:ext cx="5415146" cy="723015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318635"/>
            <a:ext cx="6367654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2955782"/>
            <a:ext cx="6367654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8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6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1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478913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1755350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9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1264976"/>
            <a:ext cx="13262847" cy="1276437"/>
          </a:xfrm>
        </p:spPr>
        <p:txBody>
          <a:bodyPr lIns="91440">
            <a:noAutofit/>
          </a:bodyPr>
          <a:lstStyle>
            <a:lvl1pPr algn="r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0265" y="2541413"/>
            <a:ext cx="10476358" cy="910340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6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310" y="5514051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1" y="6790488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3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3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9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2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2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6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8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8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6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2036829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238" y="2909795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7" y="3782761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237" y="465572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7" y="5528693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37" y="640165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4493" y="2036829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4493" y="2909795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492" y="3782761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4492" y="465572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4492" y="5528693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4492" y="640165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89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76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9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6666188" cy="5969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0973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0974" y="1960631"/>
            <a:ext cx="6666188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80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8898" y="801451"/>
            <a:ext cx="8958263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899" y="2145118"/>
            <a:ext cx="8958263" cy="5170082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0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37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516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F8B6F9-70E2-DC92-6A96-A82D7F4A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802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1960631"/>
            <a:ext cx="13623926" cy="524769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04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52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18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09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42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0"/>
            <a:ext cx="377149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425146" y="2298700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5"/>
            <a:ext cx="3771490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5425146" y="3230815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1323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58512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2300767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230814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371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6" y="2600325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725" indent="0">
              <a:lnSpc>
                <a:spcPct val="150000"/>
              </a:lnSpc>
              <a:buNone/>
              <a:defRPr sz="2000"/>
            </a:lvl2pPr>
            <a:lvl3pPr marL="688975" indent="0">
              <a:lnSpc>
                <a:spcPct val="150000"/>
              </a:lnSpc>
              <a:buNone/>
              <a:defRPr sz="2000"/>
            </a:lvl3pPr>
            <a:lvl4pPr marL="976312" indent="0">
              <a:lnSpc>
                <a:spcPct val="150000"/>
              </a:lnSpc>
              <a:buNone/>
              <a:defRPr sz="2000"/>
            </a:lvl4pPr>
            <a:lvl5pPr marL="1314450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7514" y="1943100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5" y="5819685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5" y="6158867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1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5" y="1943100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05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0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0" y="2074470"/>
            <a:ext cx="8604349" cy="4737885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2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7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3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45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59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2" y="5699765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2" y="6038947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0" y="1417244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0" y="1417245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92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337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86" y="2340350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86" y="2886393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38" y="2432749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86" y="4596722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86" y="5142765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38" y="4689121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4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616687"/>
            <a:ext cx="4302678" cy="729227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6"/>
            <a:ext cx="3060250" cy="1348193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725" indent="0">
              <a:buNone/>
              <a:defRPr sz="2800"/>
            </a:lvl2pPr>
            <a:lvl3pPr marL="688975" indent="0">
              <a:buNone/>
              <a:defRPr sz="2800"/>
            </a:lvl3pPr>
            <a:lvl4pPr marL="976312" indent="0">
              <a:buNone/>
              <a:defRPr sz="2800"/>
            </a:lvl4pPr>
            <a:lvl5pPr marL="1314450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03233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4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7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0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3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4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7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0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4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7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59" y="919031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49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0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35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 userDrawn="1"/>
        </p:nvSpPr>
        <p:spPr>
          <a:xfrm>
            <a:off x="9706770" y="1714500"/>
            <a:ext cx="492363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8713913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8713913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1994359"/>
            <a:ext cx="415822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045239"/>
            <a:ext cx="4158220" cy="383105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968942" y="2900583"/>
            <a:ext cx="41582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12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1362392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13623924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24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9B7C343-9278-D462-40D5-EBDFE3A2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2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 userDrawn="1"/>
        </p:nvSpPr>
        <p:spPr bwMode="auto">
          <a:xfrm>
            <a:off x="0" y="0"/>
            <a:ext cx="14630400" cy="7434470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541176" y="1081750"/>
            <a:ext cx="135480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72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6600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237" y="329565"/>
            <a:ext cx="13623925" cy="1016350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7" y="1597026"/>
            <a:ext cx="13623926" cy="562133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CD1BD-900A-1A6F-2F38-79EDEEF8751C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9CA715-8D56-4F91-24BE-86E7EF448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9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50" r:id="rId2"/>
    <p:sldLayoutId id="2147483851" r:id="rId3"/>
    <p:sldLayoutId id="2147483751" r:id="rId4"/>
    <p:sldLayoutId id="2147483836" r:id="rId5"/>
    <p:sldLayoutId id="2147483837" r:id="rId6"/>
    <p:sldLayoutId id="2147483852" r:id="rId7"/>
    <p:sldLayoutId id="2147483861" r:id="rId8"/>
    <p:sldLayoutId id="2147483754" r:id="rId9"/>
    <p:sldLayoutId id="2147483767" r:id="rId10"/>
    <p:sldLayoutId id="2147483860" r:id="rId11"/>
    <p:sldLayoutId id="2147483826" r:id="rId12"/>
    <p:sldLayoutId id="2147483839" r:id="rId13"/>
    <p:sldLayoutId id="2147483650" r:id="rId14"/>
    <p:sldLayoutId id="2147483867" r:id="rId15"/>
    <p:sldLayoutId id="2147483847" r:id="rId16"/>
    <p:sldLayoutId id="2147483656" r:id="rId17"/>
    <p:sldLayoutId id="2147483842" r:id="rId18"/>
    <p:sldLayoutId id="2147483863" r:id="rId19"/>
    <p:sldLayoutId id="2147483848" r:id="rId20"/>
    <p:sldLayoutId id="2147483849" r:id="rId21"/>
    <p:sldLayoutId id="2147483703" r:id="rId22"/>
    <p:sldLayoutId id="2147483864" r:id="rId23"/>
    <p:sldLayoutId id="2147483865" r:id="rId24"/>
    <p:sldLayoutId id="2147483866" r:id="rId25"/>
    <p:sldLayoutId id="2147483843" r:id="rId26"/>
    <p:sldLayoutId id="2147483853" r:id="rId27"/>
    <p:sldLayoutId id="2147483855" r:id="rId28"/>
    <p:sldLayoutId id="2147483856" r:id="rId29"/>
    <p:sldLayoutId id="2147483844" r:id="rId30"/>
    <p:sldLayoutId id="2147483845" r:id="rId31"/>
    <p:sldLayoutId id="2147483831" r:id="rId32"/>
    <p:sldLayoutId id="2147483857" r:id="rId33"/>
    <p:sldLayoutId id="2147483676" r:id="rId34"/>
    <p:sldLayoutId id="2147483862" r:id="rId35"/>
  </p:sldLayoutIdLst>
  <p:hf sldNum="0" hdr="0" ftr="0" dt="0"/>
  <p:txStyles>
    <p:titleStyle>
      <a:lvl1pPr algn="l" defTabSz="1463040" rtl="0" eaLnBrk="1" latinLnBrk="0" hangingPunct="1">
        <a:spcBef>
          <a:spcPct val="0"/>
        </a:spcBef>
        <a:buNone/>
        <a:defRPr lang="en-US" sz="3000" kern="1200" cap="none" baseline="0" dirty="0">
          <a:solidFill>
            <a:schemeClr val="accent3"/>
          </a:solidFill>
          <a:latin typeface="+mj-lt"/>
          <a:ea typeface="Times" pitchFamily="2" charset="0"/>
          <a:cs typeface="Times" pitchFamily="2" charset="0"/>
        </a:defRPr>
      </a:lvl1pPr>
    </p:titleStyle>
    <p:bodyStyle>
      <a:lvl1pPr marL="225425" indent="-225425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tabLst>
          <a:tab pos="225425" algn="l"/>
        </a:tabLst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1pPr>
      <a:lvl2pPr marL="627063" indent="-287338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2pPr>
      <a:lvl3pPr marL="914400" indent="-225425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3pPr>
      <a:lvl4pPr marL="1254125" indent="-277813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4pPr>
      <a:lvl5pPr marL="1541463" indent="-227013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5pPr>
      <a:lvl6pPr marL="402336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2E26-CEE8-2BAA-2F5E-76860686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194" y="-196657"/>
            <a:ext cx="6366998" cy="1250312"/>
          </a:xfrm>
        </p:spPr>
        <p:txBody>
          <a:bodyPr/>
          <a:lstStyle/>
          <a:p>
            <a:r>
              <a:rPr lang="en-US"/>
              <a:t>Welcome Interns!!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CBEA8-CE53-56FA-C381-CCD0F6F8A7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194" y="1022479"/>
            <a:ext cx="6367654" cy="884215"/>
          </a:xfrm>
        </p:spPr>
        <p:txBody>
          <a:bodyPr vert="horz" lIns="91440" tIns="91440" rIns="91440" bIns="45720" rtlCol="0" anchor="t">
            <a:noAutofit/>
          </a:bodyPr>
          <a:lstStyle/>
          <a:p>
            <a:r>
              <a:rPr lang="en-US">
                <a:latin typeface="Arial"/>
                <a:cs typeface="Arial"/>
              </a:rPr>
              <a:t>Please sit down according to your groups!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6A9BB4-0497-4ABF-A3A7-90083482F6BA}"/>
              </a:ext>
            </a:extLst>
          </p:cNvPr>
          <p:cNvSpPr/>
          <p:nvPr/>
        </p:nvSpPr>
        <p:spPr bwMode="auto">
          <a:xfrm>
            <a:off x="6348349" y="5102712"/>
            <a:ext cx="2650417" cy="1854134"/>
          </a:xfrm>
          <a:prstGeom prst="round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square" lIns="109728" tIns="576000" rIns="109728" bIns="109728" rtlCol="0" anchor="ctr"/>
          <a:lstStyle>
            <a:defPPr>
              <a:defRPr lang="en-US"/>
            </a:defPPr>
            <a:lvl1pPr marL="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782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564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347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11296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8912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6694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4476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2259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Alexis Phan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  <a:cs typeface="Arial"/>
              </a:rPr>
              <a:t>Hirad Abedzadeh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Nayef Khan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Vahe </a:t>
            </a:r>
            <a:r>
              <a:rPr lang="en-US" sz="1600" b="1" err="1">
                <a:solidFill>
                  <a:srgbClr val="00573C"/>
                </a:solidFill>
              </a:rPr>
              <a:t>Ohihoin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573C"/>
              </a:solidFill>
              <a:cs typeface="Arial"/>
            </a:endParaRPr>
          </a:p>
        </p:txBody>
      </p:sp>
      <p:pic>
        <p:nvPicPr>
          <p:cNvPr id="7" name="Picture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FF4E5A2A-036B-A526-72CC-6912086E0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766" y="4634688"/>
            <a:ext cx="1093251" cy="9000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878536-1B09-72B0-2CC9-28B4AF8ED1C5}"/>
              </a:ext>
            </a:extLst>
          </p:cNvPr>
          <p:cNvSpPr/>
          <p:nvPr/>
        </p:nvSpPr>
        <p:spPr bwMode="auto">
          <a:xfrm>
            <a:off x="328115" y="2397757"/>
            <a:ext cx="2650417" cy="1854134"/>
          </a:xfrm>
          <a:prstGeom prst="round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square" lIns="109728" tIns="576000" rIns="109728" bIns="109728" rtlCol="0" anchor="ctr"/>
          <a:lstStyle>
            <a:defPPr>
              <a:defRPr lang="en-US"/>
            </a:defPPr>
            <a:lvl1pPr marL="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782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564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347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11296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8912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6694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4476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2259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Andrew Oriti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George Adamopoulos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Kevin Zhou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  <a:cs typeface="Arial"/>
              </a:rPr>
              <a:t>Ty Rangnow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573C"/>
              </a:solidFill>
              <a:cs typeface="Arial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654ACD-65FF-A3AF-DC10-83C5CAE7E24B}"/>
              </a:ext>
            </a:extLst>
          </p:cNvPr>
          <p:cNvSpPr/>
          <p:nvPr/>
        </p:nvSpPr>
        <p:spPr bwMode="auto">
          <a:xfrm>
            <a:off x="3338232" y="2397757"/>
            <a:ext cx="2650417" cy="1854134"/>
          </a:xfrm>
          <a:prstGeom prst="round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square" lIns="109728" tIns="576000" rIns="109728" bIns="109728" rtlCol="0" anchor="ctr"/>
          <a:lstStyle>
            <a:defPPr>
              <a:defRPr lang="en-US"/>
            </a:defPPr>
            <a:lvl1pPr marL="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782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564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347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11296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8912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6694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4476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2259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Anthony Detweiler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Sarah Grubber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Luca Nealon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  <a:cs typeface="Arial"/>
              </a:rPr>
              <a:t>Gayatri Nunna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573C"/>
              </a:solidFill>
              <a:cs typeface="Arial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7A386A-9DD1-E9D0-29B2-A3B9F7435291}"/>
              </a:ext>
            </a:extLst>
          </p:cNvPr>
          <p:cNvSpPr/>
          <p:nvPr/>
        </p:nvSpPr>
        <p:spPr bwMode="auto">
          <a:xfrm>
            <a:off x="328115" y="5102712"/>
            <a:ext cx="2650417" cy="1854134"/>
          </a:xfrm>
          <a:prstGeom prst="round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square" lIns="109728" tIns="576000" rIns="109728" bIns="109728" rtlCol="0" anchor="ctr"/>
          <a:lstStyle>
            <a:defPPr>
              <a:defRPr lang="en-US"/>
            </a:defPPr>
            <a:lvl1pPr marL="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782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564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347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11296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8912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6694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4476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2259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rgbClr val="00573C"/>
                </a:solidFill>
              </a:rPr>
              <a:t>Atyula</a:t>
            </a:r>
            <a:r>
              <a:rPr lang="en-US" sz="1600" b="1">
                <a:solidFill>
                  <a:srgbClr val="00573C"/>
                </a:solidFill>
              </a:rPr>
              <a:t> </a:t>
            </a:r>
            <a:r>
              <a:rPr lang="en-US" sz="1600" b="1" err="1">
                <a:solidFill>
                  <a:srgbClr val="00573C"/>
                </a:solidFill>
              </a:rPr>
              <a:t>Kadur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Jacob Golden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Renzo Robles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Harshita Singh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573C"/>
              </a:solidFill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F85-16F8-DDD4-8A87-0E2DB58CEE3F}"/>
              </a:ext>
            </a:extLst>
          </p:cNvPr>
          <p:cNvSpPr/>
          <p:nvPr/>
        </p:nvSpPr>
        <p:spPr bwMode="auto">
          <a:xfrm>
            <a:off x="6348349" y="2397757"/>
            <a:ext cx="2650417" cy="1854134"/>
          </a:xfrm>
          <a:prstGeom prst="round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square" lIns="109728" tIns="576000" rIns="109728" bIns="109728" rtlCol="0" anchor="ctr"/>
          <a:lstStyle>
            <a:defPPr>
              <a:defRPr lang="en-US"/>
            </a:defPPr>
            <a:lvl1pPr marL="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782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564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347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11296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8912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6694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4476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2259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Christopher Oeltjen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Nam Tram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Maya Bustami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573C"/>
                </a:solidFill>
                <a:cs typeface="Arial"/>
              </a:rPr>
              <a:t>Drew </a:t>
            </a:r>
            <a:r>
              <a:rPr lang="en-US" sz="1600" b="1" dirty="0" err="1">
                <a:solidFill>
                  <a:srgbClr val="00573C"/>
                </a:solidFill>
                <a:cs typeface="Arial"/>
              </a:rPr>
              <a:t>Peries</a:t>
            </a:r>
            <a:endParaRPr lang="en-US" sz="1600" dirty="0">
              <a:solidFill>
                <a:srgbClr val="00573C"/>
              </a:solidFill>
              <a:cs typeface="Arial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247982-04C9-0440-055A-44FC1AA9995D}"/>
              </a:ext>
            </a:extLst>
          </p:cNvPr>
          <p:cNvSpPr/>
          <p:nvPr/>
        </p:nvSpPr>
        <p:spPr bwMode="auto">
          <a:xfrm>
            <a:off x="3338232" y="5102712"/>
            <a:ext cx="2650417" cy="1854134"/>
          </a:xfrm>
          <a:prstGeom prst="round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square" lIns="109728" tIns="576000" rIns="109728" bIns="109728" rtlCol="0" anchor="ctr"/>
          <a:lstStyle>
            <a:defPPr>
              <a:defRPr lang="en-US"/>
            </a:defPPr>
            <a:lvl1pPr marL="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782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564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347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11296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89120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66944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44768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22592" algn="l" defTabSz="1755648" rtl="0" eaLnBrk="1" latinLnBrk="0" hangingPunct="1"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Timi Folayan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Vishwa Kumar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</a:rPr>
              <a:t>Nour Jama</a:t>
            </a:r>
            <a:endParaRPr lang="en-US" sz="1600" b="1">
              <a:solidFill>
                <a:srgbClr val="00573C"/>
              </a:solidFill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573C"/>
                </a:solidFill>
                <a:cs typeface="Arial"/>
              </a:rPr>
              <a:t>Yash Mahimkar</a:t>
            </a:r>
            <a:endParaRPr lang="en-US" sz="1600">
              <a:solidFill>
                <a:srgbClr val="00573C"/>
              </a:solidFill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573C"/>
              </a:solidFill>
              <a:cs typeface="Arial"/>
            </a:endParaRPr>
          </a:p>
        </p:txBody>
      </p:sp>
      <p:pic>
        <p:nvPicPr>
          <p:cNvPr id="19" name="Picture 18" descr="A green and grey switch&#10;&#10;AI-generated content may be incorrect.">
            <a:extLst>
              <a:ext uri="{FF2B5EF4-FFF2-40B4-BE49-F238E27FC236}">
                <a16:creationId xmlns:a16="http://schemas.microsoft.com/office/drawing/2014/main" id="{B6FA20AC-5579-458F-48AB-F94D25928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986" y="1929733"/>
            <a:ext cx="815572" cy="87508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D826ACB-190F-BD7F-6215-3C1A1B137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103" y="1929733"/>
            <a:ext cx="815572" cy="87508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23" name="Picture 2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E319FBA1-830B-F53F-AC90-819236716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869" y="4634688"/>
            <a:ext cx="815572" cy="87508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25" name="Picture 24" descr="A computer screen shot of a device&#10;&#10;AI-generated content may be incorrect.">
            <a:extLst>
              <a:ext uri="{FF2B5EF4-FFF2-40B4-BE49-F238E27FC236}">
                <a16:creationId xmlns:a16="http://schemas.microsoft.com/office/drawing/2014/main" id="{1505873F-DE00-BADF-FFFA-CCAC5710E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6986" y="4650985"/>
            <a:ext cx="815572" cy="87508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27" name="Picture 26" descr="A watch on a white background&#10;&#10;AI-generated content may be incorrect.">
            <a:extLst>
              <a:ext uri="{FF2B5EF4-FFF2-40B4-BE49-F238E27FC236}">
                <a16:creationId xmlns:a16="http://schemas.microsoft.com/office/drawing/2014/main" id="{C71EB814-79DE-FD11-AD4C-55293D8FEB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869" y="1929733"/>
            <a:ext cx="815572" cy="87508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9935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2E26-CEE8-2BAA-2F5E-76860686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777" y="1318635"/>
            <a:ext cx="5835776" cy="1276437"/>
          </a:xfrm>
        </p:spPr>
        <p:txBody>
          <a:bodyPr/>
          <a:lstStyle/>
          <a:p>
            <a:r>
              <a:rPr lang="en-US"/>
              <a:t>Workshop Day 3:</a:t>
            </a:r>
            <a:br>
              <a:rPr lang="en-US"/>
            </a:br>
            <a:r>
              <a:rPr lang="en-US"/>
              <a:t>Bring it together Software Style!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CBEA8-CE53-56FA-C381-CCD0F6F8A7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91440" rIns="91440" bIns="45720" rtlCol="0" anchor="t">
            <a:noAutofit/>
          </a:bodyPr>
          <a:lstStyle/>
          <a:p>
            <a:r>
              <a:rPr lang="en-US">
                <a:latin typeface="+mn-lt"/>
                <a:cs typeface="Arial"/>
              </a:rPr>
              <a:t>Use what you learned from training and the past workshops to make a mini game!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94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0F439-01E9-81BE-11AE-D9914A83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573C"/>
                </a:solidFill>
                <a:latin typeface="Arial Black"/>
                <a:cs typeface="Times"/>
              </a:rPr>
              <a:t>Agenda</a:t>
            </a:r>
            <a:endParaRPr lang="en-US">
              <a:solidFill>
                <a:srgbClr val="00573C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A05B4-49F2-7661-37DE-02041A9674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971" y="1537297"/>
            <a:ext cx="11371792" cy="1037167"/>
          </a:xfrm>
        </p:spPr>
        <p:txBody>
          <a:bodyPr vert="horz" lIns="91440" tIns="91440" rIns="91440" bIns="45720" rtlCol="0" anchor="t">
            <a:noAutofit/>
          </a:bodyPr>
          <a:lstStyle/>
          <a:p>
            <a:r>
              <a:rPr lang="en-US">
                <a:ea typeface="Noto Sans"/>
                <a:cs typeface="Arial"/>
              </a:rPr>
              <a:t>Today you will be challenged to put your LabVIEW skills to the test and make a miniature mini game!</a:t>
            </a:r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87F3036-31A2-7FCB-B525-5FF2C246CF05}"/>
              </a:ext>
            </a:extLst>
          </p:cNvPr>
          <p:cNvSpPr/>
          <p:nvPr/>
        </p:nvSpPr>
        <p:spPr>
          <a:xfrm>
            <a:off x="0" y="2909049"/>
            <a:ext cx="14630400" cy="4006758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6393CF-B344-8DE0-ECCD-07D755FEE062}"/>
              </a:ext>
            </a:extLst>
          </p:cNvPr>
          <p:cNvSpPr/>
          <p:nvPr/>
        </p:nvSpPr>
        <p:spPr>
          <a:xfrm>
            <a:off x="690454" y="4779695"/>
            <a:ext cx="2863866" cy="830997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b="1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Local Variables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Talk </a:t>
            </a: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about local variables</a:t>
            </a:r>
            <a:endParaRPr lang="en-US" sz="1600" b="1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11CC0-E5D1-9A76-641F-725B4F3AF99C}"/>
              </a:ext>
            </a:extLst>
          </p:cNvPr>
          <p:cNvSpPr/>
          <p:nvPr/>
        </p:nvSpPr>
        <p:spPr>
          <a:xfrm>
            <a:off x="690454" y="3558184"/>
            <a:ext cx="531483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8000">
                <a:solidFill>
                  <a:srgbClr val="00573C"/>
                </a:solidFill>
                <a:latin typeface="+mj-lt"/>
                <a:ea typeface="Noto Sans Light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B5EE82-DAA9-1C0F-EA31-03015C9C9FE9}"/>
              </a:ext>
            </a:extLst>
          </p:cNvPr>
          <p:cNvSpPr/>
          <p:nvPr/>
        </p:nvSpPr>
        <p:spPr>
          <a:xfrm>
            <a:off x="5241452" y="4779694"/>
            <a:ext cx="2892672" cy="830997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b="1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Edit the template!</a:t>
            </a:r>
          </a:p>
          <a:p>
            <a:pPr>
              <a:spcBef>
                <a:spcPts val="600"/>
              </a:spcBef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cs typeface="Arial"/>
              </a:rPr>
              <a:t>Use a template to make a mini game!</a:t>
            </a:r>
            <a:endParaRPr lang="en-US" sz="1600" dirty="0">
              <a:solidFill>
                <a:schemeClr val="bg2">
                  <a:lumMod val="10000"/>
                </a:schemeClr>
              </a:solidFill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60A42-0CEA-24E2-9A4E-60586D8A1558}"/>
              </a:ext>
            </a:extLst>
          </p:cNvPr>
          <p:cNvSpPr/>
          <p:nvPr/>
        </p:nvSpPr>
        <p:spPr>
          <a:xfrm>
            <a:off x="5242504" y="3558184"/>
            <a:ext cx="531483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8000">
                <a:solidFill>
                  <a:srgbClr val="00573C"/>
                </a:solidFill>
                <a:latin typeface="+mj-lt"/>
                <a:ea typeface="Noto Sans Light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9E91E8-8498-26A6-2BB6-3DF38DAD7352}"/>
              </a:ext>
            </a:extLst>
          </p:cNvPr>
          <p:cNvSpPr/>
          <p:nvPr/>
        </p:nvSpPr>
        <p:spPr>
          <a:xfrm>
            <a:off x="9778810" y="4779693"/>
            <a:ext cx="2863867" cy="830997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Check out a </a:t>
            </a:r>
            <a:r>
              <a:rPr lang="en-US" sz="1600" b="1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different </a:t>
            </a: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implementation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cs typeface="Arial"/>
              </a:rPr>
              <a:t>Daniel will show a</a:t>
            </a:r>
            <a:r>
              <a:rPr lang="en-US" sz="1600">
                <a:solidFill>
                  <a:schemeClr val="bg2">
                    <a:lumMod val="10000"/>
                  </a:schemeClr>
                </a:solidFill>
                <a:cs typeface="Arial"/>
              </a:rPr>
              <a:t> creative example!</a:t>
            </a:r>
            <a:endParaRPr lang="en-US" sz="1600" dirty="0">
              <a:solidFill>
                <a:schemeClr val="bg2">
                  <a:lumMod val="10000"/>
                </a:schemeClr>
              </a:solidFill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7DFB06-80D1-3B66-6EA5-42BD303F77E5}"/>
              </a:ext>
            </a:extLst>
          </p:cNvPr>
          <p:cNvSpPr/>
          <p:nvPr/>
        </p:nvSpPr>
        <p:spPr>
          <a:xfrm>
            <a:off x="9764379" y="3558184"/>
            <a:ext cx="531483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8000">
                <a:solidFill>
                  <a:srgbClr val="00573C"/>
                </a:solidFill>
                <a:latin typeface="+mj-lt"/>
                <a:ea typeface="Noto Sans Light"/>
                <a:cs typeface="Arial"/>
              </a:rPr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F3C00F-8B35-1AAD-41D8-5C1F1388402C}"/>
              </a:ext>
            </a:extLst>
          </p:cNvPr>
          <p:cNvCxnSpPr>
            <a:cxnSpLocks/>
          </p:cNvCxnSpPr>
          <p:nvPr/>
        </p:nvCxnSpPr>
        <p:spPr bwMode="auto">
          <a:xfrm>
            <a:off x="502186" y="3558184"/>
            <a:ext cx="0" cy="241737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44CB54-C8D8-2572-EDD1-23D01353898C}"/>
              </a:ext>
            </a:extLst>
          </p:cNvPr>
          <p:cNvCxnSpPr>
            <a:cxnSpLocks/>
          </p:cNvCxnSpPr>
          <p:nvPr/>
        </p:nvCxnSpPr>
        <p:spPr bwMode="auto">
          <a:xfrm>
            <a:off x="5041323" y="3558184"/>
            <a:ext cx="0" cy="241737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C9B3D7-2783-3B83-6E6B-A10A56A9463C}"/>
              </a:ext>
            </a:extLst>
          </p:cNvPr>
          <p:cNvCxnSpPr>
            <a:cxnSpLocks/>
          </p:cNvCxnSpPr>
          <p:nvPr/>
        </p:nvCxnSpPr>
        <p:spPr bwMode="auto">
          <a:xfrm>
            <a:off x="9580460" y="3558184"/>
            <a:ext cx="0" cy="241737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9902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1890-D6E7-05A4-0B09-66E659D7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7F458-1AF0-545E-80D4-DB35E17334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3890" y="1560772"/>
            <a:ext cx="5376484" cy="6668828"/>
          </a:xfrm>
          <a:solidFill>
            <a:schemeClr val="accent2"/>
          </a:solidFill>
        </p:spPr>
        <p:txBody>
          <a:bodyPr vert="horz" lIns="91440" tIns="91440" rIns="91440" bIns="45720" rtlCol="0" anchor="t">
            <a:noAutofit/>
          </a:bodyPr>
          <a:lstStyle/>
          <a:p>
            <a:r>
              <a:rPr lang="en-US">
                <a:latin typeface="+mn-lt"/>
                <a:cs typeface="Arial"/>
              </a:rPr>
              <a:t>Local Variables are instances of a variable that can be written or read from multiple places and affect each other and the original! </a:t>
            </a:r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9DDB20-8BF9-89D8-AB58-5A5DFA89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89" y="-1"/>
            <a:ext cx="5376485" cy="1573835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Local Variables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06CE1D-9DEB-4A2D-23E5-0D3DDA7E1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118" y="731520"/>
            <a:ext cx="10064725" cy="6470469"/>
          </a:xfrm>
          <a:prstGeom prst="rect">
            <a:avLst/>
          </a:prstGeom>
        </p:spPr>
      </p:pic>
      <p:pic>
        <p:nvPicPr>
          <p:cNvPr id="12" name="Picture 11" descr="Andrew Garfield Responsible For Spider-Man Meme In Movie">
            <a:extLst>
              <a:ext uri="{FF2B5EF4-FFF2-40B4-BE49-F238E27FC236}">
                <a16:creationId xmlns:a16="http://schemas.microsoft.com/office/drawing/2014/main" id="{C730BB29-FF3F-93B0-D4ED-7BF890912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9" y="3965047"/>
            <a:ext cx="7036858" cy="426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4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BDFA-0C2F-C2D3-99CC-EF22EB2B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5DFA32-0AAD-587A-5EAF-B46A4F47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89" y="-1"/>
            <a:ext cx="5376485" cy="3063002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Build a Mini Game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E5D8E31-EAC5-1CDE-2E82-6D393C9F5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076" b="-822"/>
          <a:stretch>
            <a:fillRect/>
          </a:stretch>
        </p:blipFill>
        <p:spPr>
          <a:xfrm>
            <a:off x="6153831" y="646476"/>
            <a:ext cx="8473705" cy="4930327"/>
          </a:xfrm>
          <a:prstGeom prst="rect">
            <a:avLst/>
          </a:prstGeom>
        </p:spPr>
      </p:pic>
      <p:pic>
        <p:nvPicPr>
          <p:cNvPr id="7" name="Picture 6" descr="Another One: Deconstructing DJ Khaled's Virality And The Keys To His  Success | by Braveen Kumar | Digital Culturist">
            <a:extLst>
              <a:ext uri="{FF2B5EF4-FFF2-40B4-BE49-F238E27FC236}">
                <a16:creationId xmlns:a16="http://schemas.microsoft.com/office/drawing/2014/main" id="{99DA5F80-BE8F-0710-9A30-BDCE7B25C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31" t="437" r="25000" b="412"/>
          <a:stretch>
            <a:fillRect/>
          </a:stretch>
        </p:blipFill>
        <p:spPr>
          <a:xfrm flipH="1">
            <a:off x="6671637" y="3541196"/>
            <a:ext cx="4417972" cy="46928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D1B77-54CF-BD81-4109-48557E97F0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3890" y="2936726"/>
            <a:ext cx="5376484" cy="5292874"/>
          </a:xfrm>
          <a:solidFill>
            <a:schemeClr val="accent2"/>
          </a:solidFill>
        </p:spPr>
        <p:txBody>
          <a:bodyPr vert="horz" lIns="91440" tIns="91440" rIns="91440" bIns="45720" rtlCol="0" anchor="t">
            <a:noAutofit/>
          </a:bodyPr>
          <a:lstStyle/>
          <a:p>
            <a:r>
              <a:rPr lang="en-US">
                <a:latin typeface="+mn-lt"/>
                <a:cs typeface="Arial"/>
              </a:rPr>
              <a:t>Look at Provided Guide for instructions! </a:t>
            </a:r>
            <a:endParaRPr lang="en-US">
              <a:solidFill>
                <a:srgbClr val="000000"/>
              </a:solidFill>
              <a:latin typeface="+mn-lt"/>
              <a:cs typeface="Arial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6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FA05-1FBA-AB37-5375-085D8D4D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45D2C93-C5D5-BB8A-5B65-A720AF62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083" b="3207"/>
          <a:stretch>
            <a:fillRect/>
          </a:stretch>
        </p:blipFill>
        <p:spPr>
          <a:xfrm>
            <a:off x="4102825" y="317046"/>
            <a:ext cx="10524039" cy="709905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C70C83A-2ACA-F18B-4019-545B2CB8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89" y="-1"/>
            <a:ext cx="5376485" cy="3063002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Look at this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8B892-F3B7-8CA1-466C-96AA9D04A5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3890" y="2936726"/>
            <a:ext cx="5376484" cy="5292874"/>
          </a:xfrm>
          <a:solidFill>
            <a:schemeClr val="accent2"/>
          </a:solidFill>
        </p:spPr>
        <p:txBody>
          <a:bodyPr vert="horz" lIns="91440" tIns="91440" rIns="91440" bIns="45720" rtlCol="0" anchor="t">
            <a:noAutofit/>
          </a:bodyPr>
          <a:lstStyle/>
          <a:p>
            <a:r>
              <a:rPr lang="en-US">
                <a:latin typeface="+mn-lt"/>
                <a:cs typeface="Arial"/>
              </a:rPr>
              <a:t>Daniel created a cool implementation to look at!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C229-7C7A-4204-9EFD-1B8E46BC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+mj-lt"/>
              </a:rPr>
              <a:t>Discussion Time!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5DEC5-0567-7B60-D6CC-A893E1A12F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Did the template help? Was it harder to think through?</a:t>
            </a:r>
            <a:endParaRPr lang="en-US">
              <a:solidFill>
                <a:schemeClr val="bg1"/>
              </a:solidFill>
              <a:latin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38859"/>
      </p:ext>
    </p:extLst>
  </p:cSld>
  <p:clrMapOvr>
    <a:masterClrMapping/>
  </p:clrMapOvr>
</p:sld>
</file>

<file path=ppt/theme/theme1.xml><?xml version="1.0" encoding="utf-8"?>
<a:theme xmlns:a="http://schemas.openxmlformats.org/drawingml/2006/main" name="NI Template 2023">
  <a:themeElements>
    <a:clrScheme name="NI - EMR Palette 06-12-24 320">
      <a:dk1>
        <a:srgbClr val="000000"/>
      </a:dk1>
      <a:lt1>
        <a:srgbClr val="FFFFFF"/>
      </a:lt1>
      <a:dk2>
        <a:srgbClr val="004B8D"/>
      </a:dk2>
      <a:lt2>
        <a:srgbClr val="ECECED"/>
      </a:lt2>
      <a:accent1>
        <a:srgbClr val="004B8D"/>
      </a:accent1>
      <a:accent2>
        <a:srgbClr val="00573C"/>
      </a:accent2>
      <a:accent3>
        <a:srgbClr val="1B2552"/>
      </a:accent3>
      <a:accent4>
        <a:srgbClr val="1DB1DE"/>
      </a:accent4>
      <a:accent5>
        <a:srgbClr val="F5D300"/>
      </a:accent5>
      <a:accent6>
        <a:srgbClr val="00AD7C"/>
      </a:accent6>
      <a:hlink>
        <a:srgbClr val="00AD7C"/>
      </a:hlink>
      <a:folHlink>
        <a:srgbClr val="BA1C46"/>
      </a:folHlink>
    </a:clrScheme>
    <a:fontScheme name="EMR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round/>
          <a:headEnd/>
          <a:tailEnd/>
        </a:ln>
        <a:effectLst/>
      </a:spPr>
      <a:bodyPr wrap="square" rtlCol="0" anchor="ctr"/>
      <a:lstStyle>
        <a:defPPr algn="ctr" eaLnBrk="0" fontAlgn="base" hangingPunct="0">
          <a:spcBef>
            <a:spcPct val="0"/>
          </a:spcBef>
          <a:spcAft>
            <a:spcPct val="0"/>
          </a:spcAft>
          <a:defRPr b="1" dirty="0">
            <a:solidFill>
              <a:srgbClr val="FFFFFF"/>
            </a:solidFill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_PPT Template_OCT 2024_FINAL" id="{A4D126CA-5C43-4B64-9F56-C927AE226759}" vid="{6714134A-FC13-498A-8954-B43A994E04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00C030-B628-4C6F-B085-4F22D991206A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28D07C5016864C9B502CB5D6F818D6" ma:contentTypeVersion="4" ma:contentTypeDescription="Create a new document." ma:contentTypeScope="" ma:versionID="fe033aa256af1568b5efb0037c385d46">
  <xsd:schema xmlns:xsd="http://www.w3.org/2001/XMLSchema" xmlns:xs="http://www.w3.org/2001/XMLSchema" xmlns:p="http://schemas.microsoft.com/office/2006/metadata/properties" xmlns:ns2="effd7a5c-cb8e-4057-aa18-60c2d1f2cf5a" targetNamespace="http://schemas.microsoft.com/office/2006/metadata/properties" ma:root="true" ma:fieldsID="ad88e70659261c08b3ecfb02090a7d84" ns2:_="">
    <xsd:import namespace="effd7a5c-cb8e-4057-aa18-60c2d1f2cf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fd7a5c-cb8e-4057-aa18-60c2d1f2cf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1C1633-800C-49A1-B5C6-B24C04AC600E}">
  <ds:schemaRefs>
    <ds:schemaRef ds:uri="1673fab0-1fff-481d-a9a5-e0537791c242"/>
    <ds:schemaRef ds:uri="bb2642f5-7a10-48fd-8b35-0d2c7cf01f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0CBB35F-53FC-4076-8459-961BE0C9D4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934582-4F75-412B-A207-F96F62AAEDA0}"/>
</file>

<file path=docMetadata/LabelInfo.xml><?xml version="1.0" encoding="utf-8"?>
<clbl:labelList xmlns:clbl="http://schemas.microsoft.com/office/2020/mipLabelMetadata">
  <clbl:label id="{d38901aa-f724-46bf-bb4f-aef09392934b}" enabled="1" method="Privileged" siteId="{eb06985d-06ca-4a17-81da-629ab99f650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NI Template 2023</vt:lpstr>
      <vt:lpstr>Welcome Interns!!</vt:lpstr>
      <vt:lpstr>Workshop Day 3: Bring it together Software Style!</vt:lpstr>
      <vt:lpstr>Agenda</vt:lpstr>
      <vt:lpstr>Local Variables</vt:lpstr>
      <vt:lpstr>Build a Mini Game</vt:lpstr>
      <vt:lpstr>Look at this Implementation</vt:lpstr>
      <vt:lpstr>Discussion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119</cp:revision>
  <dcterms:created xsi:type="dcterms:W3CDTF">2023-03-15T18:55:24Z</dcterms:created>
  <dcterms:modified xsi:type="dcterms:W3CDTF">2026-06-24T20:54:18Z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2023-03-15T18:55:49Z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240b1d52-07cf-4687-856f-0816d0207de8</vt:lpwstr>
  </property>
  <property fmtid="{D5CDD505-2E9C-101B-9397-08002B2CF9AE}" pid="8" name="MSIP_Label_d38901aa-f724-46bf-bb4f-aef09392934b_ContentBits">
    <vt:lpwstr>0</vt:lpwstr>
  </property>
  <property fmtid="{D5CDD505-2E9C-101B-9397-08002B2CF9AE}" pid="9" name="ContentTypeId">
    <vt:lpwstr>0x0101000928D07C5016864C9B502CB5D6F818D6</vt:lpwstr>
  </property>
  <property fmtid="{D5CDD505-2E9C-101B-9397-08002B2CF9AE}" pid="10" name="MediaServiceImageTags">
    <vt:lpwstr/>
  </property>
  <property fmtid="{D5CDD505-2E9C-101B-9397-08002B2CF9AE}" pid="11" name="ClassificationContentMarkingFooterLocations">
    <vt:lpwstr>NI Template 2023:7</vt:lpwstr>
  </property>
  <property fmtid="{D5CDD505-2E9C-101B-9397-08002B2CF9AE}" pid="12" name="ClassificationContentMarkingFooterText">
    <vt:lpwstr>RESTRICTED - NI CONFIDENTIAL</vt:lpwstr>
  </property>
  <property fmtid="{D5CDD505-2E9C-101B-9397-08002B2CF9AE}" pid="13" name="MSIP_Label_99647686-916c-42a1-98d6-743a581ebab3_Enabled">
    <vt:lpwstr>true</vt:lpwstr>
  </property>
  <property fmtid="{D5CDD505-2E9C-101B-9397-08002B2CF9AE}" pid="14" name="MSIP_Label_99647686-916c-42a1-98d6-743a581ebab3_SetDate">
    <vt:lpwstr>2024-04-23T18:33:40Z</vt:lpwstr>
  </property>
  <property fmtid="{D5CDD505-2E9C-101B-9397-08002B2CF9AE}" pid="15" name="MSIP_Label_99647686-916c-42a1-98d6-743a581ebab3_Method">
    <vt:lpwstr>Privileged</vt:lpwstr>
  </property>
  <property fmtid="{D5CDD505-2E9C-101B-9397-08002B2CF9AE}" pid="16" name="MSIP_Label_99647686-916c-42a1-98d6-743a581ebab3_Name">
    <vt:lpwstr>Public</vt:lpwstr>
  </property>
  <property fmtid="{D5CDD505-2E9C-101B-9397-08002B2CF9AE}" pid="17" name="MSIP_Label_99647686-916c-42a1-98d6-743a581ebab3_SiteId">
    <vt:lpwstr>87ba1f9a-44cd-43a6-b008-6fdb45a5204e</vt:lpwstr>
  </property>
  <property fmtid="{D5CDD505-2E9C-101B-9397-08002B2CF9AE}" pid="18" name="MSIP_Label_99647686-916c-42a1-98d6-743a581ebab3_ActionId">
    <vt:lpwstr>23fa14d4-e37c-4fa2-9781-b4cfddf60abd</vt:lpwstr>
  </property>
  <property fmtid="{D5CDD505-2E9C-101B-9397-08002B2CF9AE}" pid="19" name="MSIP_Label_99647686-916c-42a1-98d6-743a581ebab3_ContentBits">
    <vt:lpwstr>0</vt:lpwstr>
  </property>
  <property fmtid="{D5CDD505-2E9C-101B-9397-08002B2CF9AE}" pid="20" name="Order">
    <vt:r8>11300</vt:r8>
  </property>
  <property fmtid="{D5CDD505-2E9C-101B-9397-08002B2CF9AE}" pid="21" name="xd_ProgID">
    <vt:lpwstr/>
  </property>
  <property fmtid="{D5CDD505-2E9C-101B-9397-08002B2CF9AE}" pid="22" name="ComplianceAssetId">
    <vt:lpwstr/>
  </property>
  <property fmtid="{D5CDD505-2E9C-101B-9397-08002B2CF9AE}" pid="23" name="TemplateUrl">
    <vt:lpwstr/>
  </property>
  <property fmtid="{D5CDD505-2E9C-101B-9397-08002B2CF9AE}" pid="24" name="_ExtendedDescription">
    <vt:lpwstr/>
  </property>
  <property fmtid="{D5CDD505-2E9C-101B-9397-08002B2CF9AE}" pid="25" name="TriggerFlowInfo">
    <vt:lpwstr/>
  </property>
  <property fmtid="{D5CDD505-2E9C-101B-9397-08002B2CF9AE}" pid="26" name="xd_Signature">
    <vt:lpwstr/>
  </property>
  <property fmtid="{D5CDD505-2E9C-101B-9397-08002B2CF9AE}" pid="27" name="_SharedFileIndex">
    <vt:lpwstr/>
  </property>
  <property fmtid="{D5CDD505-2E9C-101B-9397-08002B2CF9AE}" pid="28" name="_SourceUrl">
    <vt:lpwstr/>
  </property>
  <property fmtid="{D5CDD505-2E9C-101B-9397-08002B2CF9AE}" pid="29" name="_activity">
    <vt:lpwstr>{"FileActivityType":"9","FileActivityTimeStamp":"2026-06-19T19:19:38.480Z","FileActivityUsersOnPage":[{"DisplayName":"Madera, Kamilla","Id":"kamilla.madera@emerson.com"}],"FileActivityNavigationId":null}</vt:lpwstr>
  </property>
</Properties>
</file>